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slideLayouts/slideLayout1.xml" ContentType="application/vnd.openxmlformats-officedocument.presentationml.slideLayout+xml"/>
  <Override PartName="/ppt/theme/theme14.xml" ContentType="application/vnd.openxmlformats-officedocument.theme+xml"/>
  <Override PartName="/ppt/slideLayouts/slideLayout2.xml" ContentType="application/vnd.openxmlformats-officedocument.presentationml.slideLayout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49" r:id="rId2"/>
    <p:sldMasterId id="2147483650" r:id="rId3"/>
    <p:sldMasterId id="2147483651" r:id="rId4"/>
    <p:sldMasterId id="2147483652" r:id="rId5"/>
    <p:sldMasterId id="2147483653" r:id="rId6"/>
    <p:sldMasterId id="2147483654" r:id="rId7"/>
    <p:sldMasterId id="2147483655" r:id="rId8"/>
    <p:sldMasterId id="2147483656" r:id="rId9"/>
    <p:sldMasterId id="2147483657" r:id="rId10"/>
    <p:sldMasterId id="2147483658" r:id="rId11"/>
    <p:sldMasterId id="2147483659" r:id="rId12"/>
    <p:sldMasterId id="2147483660" r:id="rId13"/>
    <p:sldMasterId id="2147483661" r:id="rId14"/>
    <p:sldMasterId id="2147483663" r:id="rId15"/>
    <p:sldMasterId id="2147483665" r:id="rId16"/>
  </p:sldMasterIdLst>
  <p:notesMasterIdLst>
    <p:notesMasterId r:id="rId40"/>
  </p:notesMasterIdLst>
  <p:sldIdLst>
    <p:sldId id="256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2" r:id="rId26"/>
    <p:sldId id="293" r:id="rId27"/>
    <p:sldId id="294" r:id="rId28"/>
    <p:sldId id="279" r:id="rId29"/>
    <p:sldId id="280" r:id="rId30"/>
    <p:sldId id="281" r:id="rId31"/>
    <p:sldId id="282" r:id="rId32"/>
    <p:sldId id="283" r:id="rId33"/>
    <p:sldId id="287" r:id="rId34"/>
    <p:sldId id="288" r:id="rId35"/>
    <p:sldId id="289" r:id="rId36"/>
    <p:sldId id="285" r:id="rId37"/>
    <p:sldId id="291" r:id="rId38"/>
    <p:sldId id="262" r:id="rId39"/>
  </p:sldIdLst>
  <p:sldSz cx="12193588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FFCEE2-C7A6-4D31-8CF0-2FC815EDCD68}" v="16" dt="2026-10-29T16:49:40.278"/>
    <p1510:client id="{F55C743D-B201-40F6-8F1C-F35CFBD626E7}" v="5" dt="2026-10-29T16:06:26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6" autoAdjust="0"/>
    <p:restoredTop sz="94641" autoAdjust="0"/>
  </p:normalViewPr>
  <p:slideViewPr>
    <p:cSldViewPr snapToGrid="0">
      <p:cViewPr varScale="1">
        <p:scale>
          <a:sx n="48" d="100"/>
          <a:sy n="48" d="100"/>
        </p:scale>
        <p:origin x="130" y="658"/>
      </p:cViewPr>
      <p:guideLst/>
    </p:cSldViewPr>
  </p:slideViewPr>
  <p:outlineViewPr>
    <p:cViewPr>
      <p:scale>
        <a:sx n="33" d="100"/>
        <a:sy n="33" d="100"/>
      </p:scale>
      <p:origin x="0" y="-25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2.xml"/><Relationship Id="rId26" Type="http://schemas.openxmlformats.org/officeDocument/2006/relationships/slide" Target="slides/slide10.xml"/><Relationship Id="rId39" Type="http://schemas.openxmlformats.org/officeDocument/2006/relationships/slide" Target="slides/slide23.xml"/><Relationship Id="rId21" Type="http://schemas.openxmlformats.org/officeDocument/2006/relationships/slide" Target="slides/slide5.xml"/><Relationship Id="rId34" Type="http://schemas.openxmlformats.org/officeDocument/2006/relationships/slide" Target="slides/slide18.xml"/><Relationship Id="rId42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Master" Target="slideMasters/slideMaster16.xml"/><Relationship Id="rId29" Type="http://schemas.openxmlformats.org/officeDocument/2006/relationships/slide" Target="slides/slide13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8.xml"/><Relationship Id="rId32" Type="http://schemas.openxmlformats.org/officeDocument/2006/relationships/slide" Target="slides/slide16.xml"/><Relationship Id="rId37" Type="http://schemas.openxmlformats.org/officeDocument/2006/relationships/slide" Target="slides/slide21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Master" Target="slideMasters/slideMaster5.xml"/><Relationship Id="rId15" Type="http://schemas.openxmlformats.org/officeDocument/2006/relationships/slideMaster" Target="slideMasters/slideMaster15.xml"/><Relationship Id="rId23" Type="http://schemas.openxmlformats.org/officeDocument/2006/relationships/slide" Target="slides/slide7.xml"/><Relationship Id="rId28" Type="http://schemas.openxmlformats.org/officeDocument/2006/relationships/slide" Target="slides/slide12.xml"/><Relationship Id="rId36" Type="http://schemas.openxmlformats.org/officeDocument/2006/relationships/slide" Target="slides/slide20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3.xml"/><Relationship Id="rId31" Type="http://schemas.openxmlformats.org/officeDocument/2006/relationships/slide" Target="slides/slide15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6.xml"/><Relationship Id="rId27" Type="http://schemas.openxmlformats.org/officeDocument/2006/relationships/slide" Target="slides/slide11.xml"/><Relationship Id="rId30" Type="http://schemas.openxmlformats.org/officeDocument/2006/relationships/slide" Target="slides/slide14.xml"/><Relationship Id="rId35" Type="http://schemas.openxmlformats.org/officeDocument/2006/relationships/slide" Target="slides/slide19.xml"/><Relationship Id="rId43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1.xml"/><Relationship Id="rId25" Type="http://schemas.openxmlformats.org/officeDocument/2006/relationships/slide" Target="slides/slide9.xml"/><Relationship Id="rId33" Type="http://schemas.openxmlformats.org/officeDocument/2006/relationships/slide" Target="slides/slide17.xml"/><Relationship Id="rId38" Type="http://schemas.openxmlformats.org/officeDocument/2006/relationships/slide" Target="slides/slide22.xml"/><Relationship Id="rId46" Type="http://schemas.microsoft.com/office/2015/10/relationships/revisionInfo" Target="revisionInfo.xml"/><Relationship Id="rId20" Type="http://schemas.openxmlformats.org/officeDocument/2006/relationships/slide" Target="slides/slide4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ana Raghuveer" userId="5ad3cc90c926e015" providerId="LiveId" clId="{1F026155-FDA7-4DCB-B387-D59248B567BD}"/>
    <pc:docChg chg="undo custSel addSld delSld modSld">
      <pc:chgData name="Kesana Raghuveer" userId="5ad3cc90c926e015" providerId="LiveId" clId="{1F026155-FDA7-4DCB-B387-D59248B567BD}" dt="2026-10-30T06:45:47.294" v="1258" actId="1076"/>
      <pc:docMkLst>
        <pc:docMk/>
      </pc:docMkLst>
      <pc:sldChg chg="addSp delSp modSp mod">
        <pc:chgData name="Kesana Raghuveer" userId="5ad3cc90c926e015" providerId="LiveId" clId="{1F026155-FDA7-4DCB-B387-D59248B567BD}" dt="2026-10-30T06:45:47.294" v="1258" actId="1076"/>
        <pc:sldMkLst>
          <pc:docMk/>
          <pc:sldMk cId="0" sldId="256"/>
        </pc:sldMkLst>
        <pc:spChg chg="mod">
          <ac:chgData name="Kesana Raghuveer" userId="5ad3cc90c926e015" providerId="LiveId" clId="{1F026155-FDA7-4DCB-B387-D59248B567BD}" dt="2026-10-30T06:45:47.294" v="1258" actId="1076"/>
          <ac:spMkLst>
            <pc:docMk/>
            <pc:sldMk cId="0" sldId="256"/>
            <ac:spMk id="200" creationId="{00000000-0000-0000-0000-000000000000}"/>
          </ac:spMkLst>
        </pc:spChg>
        <pc:picChg chg="add del">
          <ac:chgData name="Kesana Raghuveer" userId="5ad3cc90c926e015" providerId="LiveId" clId="{1F026155-FDA7-4DCB-B387-D59248B567BD}" dt="2026-10-29T16:58:35.977" v="1215" actId="478"/>
          <ac:picMkLst>
            <pc:docMk/>
            <pc:sldMk cId="0" sldId="256"/>
            <ac:picMk id="15" creationId="{D54DB414-EA3E-83A2-E85B-123947B02F2F}"/>
          </ac:picMkLst>
        </pc:picChg>
        <pc:picChg chg="add del">
          <ac:chgData name="Kesana Raghuveer" userId="5ad3cc90c926e015" providerId="LiveId" clId="{1F026155-FDA7-4DCB-B387-D59248B567BD}" dt="2026-10-29T16:58:37.632" v="1216" actId="478"/>
          <ac:picMkLst>
            <pc:docMk/>
            <pc:sldMk cId="0" sldId="256"/>
            <ac:picMk id="17" creationId="{676C3567-D91A-904C-3BC1-6FCE2D3F49E7}"/>
          </ac:picMkLst>
        </pc:picChg>
        <pc:picChg chg="del">
          <ac:chgData name="Kesana Raghuveer" userId="5ad3cc90c926e015" providerId="LiveId" clId="{1F026155-FDA7-4DCB-B387-D59248B567BD}" dt="2026-10-29T16:58:42.571" v="1218" actId="478"/>
          <ac:picMkLst>
            <pc:docMk/>
            <pc:sldMk cId="0" sldId="256"/>
            <ac:picMk id="19" creationId="{09508FB3-05DE-97C3-512F-772CE7AAAB91}"/>
          </ac:picMkLst>
        </pc:picChg>
        <pc:picChg chg="del">
          <ac:chgData name="Kesana Raghuveer" userId="5ad3cc90c926e015" providerId="LiveId" clId="{1F026155-FDA7-4DCB-B387-D59248B567BD}" dt="2026-10-29T16:58:44.568" v="1219" actId="478"/>
          <ac:picMkLst>
            <pc:docMk/>
            <pc:sldMk cId="0" sldId="256"/>
            <ac:picMk id="21" creationId="{08A9766B-D2EB-0E07-A43E-30EE5C9A29C3}"/>
          </ac:picMkLst>
        </pc:picChg>
        <pc:picChg chg="del">
          <ac:chgData name="Kesana Raghuveer" userId="5ad3cc90c926e015" providerId="LiveId" clId="{1F026155-FDA7-4DCB-B387-D59248B567BD}" dt="2026-10-29T16:58:39.920" v="1217" actId="478"/>
          <ac:picMkLst>
            <pc:docMk/>
            <pc:sldMk cId="0" sldId="256"/>
            <ac:picMk id="23" creationId="{D200B995-7716-E407-E828-7D979ECB2CC1}"/>
          </ac:picMkLst>
        </pc:picChg>
        <pc:picChg chg="del">
          <ac:chgData name="Kesana Raghuveer" userId="5ad3cc90c926e015" providerId="LiveId" clId="{1F026155-FDA7-4DCB-B387-D59248B567BD}" dt="2026-10-29T16:58:46.386" v="1220" actId="478"/>
          <ac:picMkLst>
            <pc:docMk/>
            <pc:sldMk cId="0" sldId="256"/>
            <ac:picMk id="25" creationId="{CB57029C-B8BE-16C8-40DE-C9DBE92EAD2A}"/>
          </ac:picMkLst>
        </pc:picChg>
      </pc:sldChg>
      <pc:sldChg chg="delSp modSp add del mod setBg">
        <pc:chgData name="Kesana Raghuveer" userId="5ad3cc90c926e015" providerId="LiveId" clId="{1F026155-FDA7-4DCB-B387-D59248B567BD}" dt="2026-10-29T16:28:26.462" v="747" actId="47"/>
        <pc:sldMkLst>
          <pc:docMk/>
          <pc:sldMk cId="0" sldId="261"/>
        </pc:sldMkLst>
        <pc:spChg chg="mod">
          <ac:chgData name="Kesana Raghuveer" userId="5ad3cc90c926e015" providerId="LiveId" clId="{1F026155-FDA7-4DCB-B387-D59248B567BD}" dt="2026-10-29T16:26:22.446" v="746" actId="20577"/>
          <ac:spMkLst>
            <pc:docMk/>
            <pc:sldMk cId="0" sldId="261"/>
            <ac:spMk id="138" creationId="{00000000-0000-0000-0000-000000000000}"/>
          </ac:spMkLst>
        </pc:spChg>
      </pc:sldChg>
      <pc:sldChg chg="addSp delSp modSp mod">
        <pc:chgData name="Kesana Raghuveer" userId="5ad3cc90c926e015" providerId="LiveId" clId="{1F026155-FDA7-4DCB-B387-D59248B567BD}" dt="2026-10-29T16:29:08.476" v="773" actId="255"/>
        <pc:sldMkLst>
          <pc:docMk/>
          <pc:sldMk cId="0" sldId="271"/>
        </pc:sldMkLst>
        <pc:spChg chg="add del mod">
          <ac:chgData name="Kesana Raghuveer" userId="5ad3cc90c926e015" providerId="LiveId" clId="{1F026155-FDA7-4DCB-B387-D59248B567BD}" dt="2026-10-29T16:19:50.822" v="610" actId="478"/>
          <ac:spMkLst>
            <pc:docMk/>
            <pc:sldMk cId="0" sldId="271"/>
            <ac:spMk id="2" creationId="{EFFBE9B2-33B6-9BD7-9337-AEE7D2A8C121}"/>
          </ac:spMkLst>
        </pc:spChg>
        <pc:spChg chg="add del mod">
          <ac:chgData name="Kesana Raghuveer" userId="5ad3cc90c926e015" providerId="LiveId" clId="{1F026155-FDA7-4DCB-B387-D59248B567BD}" dt="2026-10-29T16:21:34.972" v="682" actId="478"/>
          <ac:spMkLst>
            <pc:docMk/>
            <pc:sldMk cId="0" sldId="271"/>
            <ac:spMk id="3" creationId="{EDE14BD1-98CF-4B26-594C-A73E718E2162}"/>
          </ac:spMkLst>
        </pc:spChg>
        <pc:spChg chg="mod">
          <ac:chgData name="Kesana Raghuveer" userId="5ad3cc90c926e015" providerId="LiveId" clId="{1F026155-FDA7-4DCB-B387-D59248B567BD}" dt="2026-10-29T16:19:25.741" v="60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Kesana Raghuveer" userId="5ad3cc90c926e015" providerId="LiveId" clId="{1F026155-FDA7-4DCB-B387-D59248B567BD}" dt="2026-10-29T16:29:08.476" v="773" actId="255"/>
          <ac:spMkLst>
            <pc:docMk/>
            <pc:sldMk cId="0" sldId="271"/>
            <ac:spMk id="12" creationId="{00000000-0000-0000-0000-000000000000}"/>
          </ac:spMkLst>
        </pc:spChg>
      </pc:sldChg>
      <pc:sldChg chg="modSp mod">
        <pc:chgData name="Kesana Raghuveer" userId="5ad3cc90c926e015" providerId="LiveId" clId="{1F026155-FDA7-4DCB-B387-D59248B567BD}" dt="2026-10-29T16:52:09.033" v="1185" actId="14100"/>
        <pc:sldMkLst>
          <pc:docMk/>
          <pc:sldMk cId="0" sldId="272"/>
        </pc:sldMkLst>
        <pc:spChg chg="mod">
          <ac:chgData name="Kesana Raghuveer" userId="5ad3cc90c926e015" providerId="LiveId" clId="{1F026155-FDA7-4DCB-B387-D59248B567BD}" dt="2026-10-29T16:51:06.967" v="1158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Kesana Raghuveer" userId="5ad3cc90c926e015" providerId="LiveId" clId="{1F026155-FDA7-4DCB-B387-D59248B567BD}" dt="2026-10-29T16:52:09.033" v="1185" actId="14100"/>
          <ac:spMkLst>
            <pc:docMk/>
            <pc:sldMk cId="0" sldId="272"/>
            <ac:spMk id="12" creationId="{00000000-0000-0000-0000-000000000000}"/>
          </ac:spMkLst>
        </pc:spChg>
      </pc:sldChg>
      <pc:sldChg chg="modSp mod">
        <pc:chgData name="Kesana Raghuveer" userId="5ad3cc90c926e015" providerId="LiveId" clId="{1F026155-FDA7-4DCB-B387-D59248B567BD}" dt="2026-10-29T16:52:18.602" v="1187" actId="255"/>
        <pc:sldMkLst>
          <pc:docMk/>
          <pc:sldMk cId="0" sldId="273"/>
        </pc:sldMkLst>
        <pc:spChg chg="mod">
          <ac:chgData name="Kesana Raghuveer" userId="5ad3cc90c926e015" providerId="LiveId" clId="{1F026155-FDA7-4DCB-B387-D59248B567BD}" dt="2026-10-29T16:52:18.602" v="1187" actId="255"/>
          <ac:spMkLst>
            <pc:docMk/>
            <pc:sldMk cId="0" sldId="273"/>
            <ac:spMk id="12" creationId="{00000000-0000-0000-0000-000000000000}"/>
          </ac:spMkLst>
        </pc:spChg>
      </pc:sldChg>
      <pc:sldChg chg="modSp mod">
        <pc:chgData name="Kesana Raghuveer" userId="5ad3cc90c926e015" providerId="LiveId" clId="{1F026155-FDA7-4DCB-B387-D59248B567BD}" dt="2026-10-29T16:52:27.085" v="1188" actId="255"/>
        <pc:sldMkLst>
          <pc:docMk/>
          <pc:sldMk cId="0" sldId="274"/>
        </pc:sldMkLst>
        <pc:spChg chg="mod">
          <ac:chgData name="Kesana Raghuveer" userId="5ad3cc90c926e015" providerId="LiveId" clId="{1F026155-FDA7-4DCB-B387-D59248B567BD}" dt="2026-10-29T16:52:27.085" v="1188" actId="255"/>
          <ac:spMkLst>
            <pc:docMk/>
            <pc:sldMk cId="0" sldId="274"/>
            <ac:spMk id="12" creationId="{00000000-0000-0000-0000-000000000000}"/>
          </ac:spMkLst>
        </pc:spChg>
      </pc:sldChg>
      <pc:sldChg chg="modSp mod">
        <pc:chgData name="Kesana Raghuveer" userId="5ad3cc90c926e015" providerId="LiveId" clId="{1F026155-FDA7-4DCB-B387-D59248B567BD}" dt="2026-10-29T16:53:20.102" v="1198" actId="14100"/>
        <pc:sldMkLst>
          <pc:docMk/>
          <pc:sldMk cId="0" sldId="276"/>
        </pc:sldMkLst>
        <pc:graphicFrameChg chg="mod modGraphic">
          <ac:chgData name="Kesana Raghuveer" userId="5ad3cc90c926e015" providerId="LiveId" clId="{1F026155-FDA7-4DCB-B387-D59248B567BD}" dt="2026-10-29T16:53:20.102" v="1198" actId="14100"/>
          <ac:graphicFrameMkLst>
            <pc:docMk/>
            <pc:sldMk cId="0" sldId="276"/>
            <ac:graphicFrameMk id="12" creationId="{00000000-0000-0000-0000-000000000000}"/>
          </ac:graphicFrameMkLst>
        </pc:graphicFrameChg>
      </pc:sldChg>
      <pc:sldChg chg="modSp mod">
        <pc:chgData name="Kesana Raghuveer" userId="5ad3cc90c926e015" providerId="LiveId" clId="{1F026155-FDA7-4DCB-B387-D59248B567BD}" dt="2026-10-29T16:53:11.131" v="1196" actId="14100"/>
        <pc:sldMkLst>
          <pc:docMk/>
          <pc:sldMk cId="0" sldId="277"/>
        </pc:sldMkLst>
        <pc:graphicFrameChg chg="mod modGraphic">
          <ac:chgData name="Kesana Raghuveer" userId="5ad3cc90c926e015" providerId="LiveId" clId="{1F026155-FDA7-4DCB-B387-D59248B567BD}" dt="2026-10-29T16:53:11.131" v="1196" actId="14100"/>
          <ac:graphicFrameMkLst>
            <pc:docMk/>
            <pc:sldMk cId="0" sldId="277"/>
            <ac:graphicFrameMk id="12" creationId="{00000000-0000-0000-0000-000000000000}"/>
          </ac:graphicFrameMkLst>
        </pc:graphicFrameChg>
      </pc:sldChg>
      <pc:sldChg chg="modSp add del mod setBg">
        <pc:chgData name="Kesana Raghuveer" userId="5ad3cc90c926e015" providerId="LiveId" clId="{1F026155-FDA7-4DCB-B387-D59248B567BD}" dt="2026-10-30T06:09:45.723" v="1222" actId="1076"/>
        <pc:sldMkLst>
          <pc:docMk/>
          <pc:sldMk cId="0" sldId="279"/>
        </pc:sldMkLst>
        <pc:spChg chg="mod">
          <ac:chgData name="Kesana Raghuveer" userId="5ad3cc90c926e015" providerId="LiveId" clId="{1F026155-FDA7-4DCB-B387-D59248B567BD}" dt="2026-10-30T06:09:45.723" v="1222" actId="1076"/>
          <ac:spMkLst>
            <pc:docMk/>
            <pc:sldMk cId="0" sldId="279"/>
            <ac:spMk id="13" creationId="{00000000-0000-0000-0000-000000000000}"/>
          </ac:spMkLst>
        </pc:spChg>
      </pc:sldChg>
      <pc:sldChg chg="modSp add del mod setBg">
        <pc:chgData name="Kesana Raghuveer" userId="5ad3cc90c926e015" providerId="LiveId" clId="{1F026155-FDA7-4DCB-B387-D59248B567BD}" dt="2026-10-03T04:47:59.520" v="203" actId="1076"/>
        <pc:sldMkLst>
          <pc:docMk/>
          <pc:sldMk cId="0" sldId="280"/>
        </pc:sldMkLst>
        <pc:spChg chg="mod">
          <ac:chgData name="Kesana Raghuveer" userId="5ad3cc90c926e015" providerId="LiveId" clId="{1F026155-FDA7-4DCB-B387-D59248B567BD}" dt="2026-10-03T04:47:59.520" v="203" actId="1076"/>
          <ac:spMkLst>
            <pc:docMk/>
            <pc:sldMk cId="0" sldId="280"/>
            <ac:spMk id="11" creationId="{00000000-0000-0000-0000-000000000000}"/>
          </ac:spMkLst>
        </pc:spChg>
      </pc:sldChg>
      <pc:sldChg chg="add del setBg">
        <pc:chgData name="Kesana Raghuveer" userId="5ad3cc90c926e015" providerId="LiveId" clId="{1F026155-FDA7-4DCB-B387-D59248B567BD}" dt="2026-10-03T04:44:36.796" v="200"/>
        <pc:sldMkLst>
          <pc:docMk/>
          <pc:sldMk cId="0" sldId="281"/>
        </pc:sldMkLst>
      </pc:sldChg>
      <pc:sldChg chg="add del setBg">
        <pc:chgData name="Kesana Raghuveer" userId="5ad3cc90c926e015" providerId="LiveId" clId="{1F026155-FDA7-4DCB-B387-D59248B567BD}" dt="2026-10-03T04:44:46.061" v="201"/>
        <pc:sldMkLst>
          <pc:docMk/>
          <pc:sldMk cId="0" sldId="282"/>
        </pc:sldMkLst>
      </pc:sldChg>
      <pc:sldChg chg="add del setBg">
        <pc:chgData name="Kesana Raghuveer" userId="5ad3cc90c926e015" providerId="LiveId" clId="{1F026155-FDA7-4DCB-B387-D59248B567BD}" dt="2026-10-03T04:45:01.287" v="202"/>
        <pc:sldMkLst>
          <pc:docMk/>
          <pc:sldMk cId="0" sldId="283"/>
        </pc:sldMkLst>
      </pc:sldChg>
      <pc:sldChg chg="add setBg">
        <pc:chgData name="Kesana Raghuveer" userId="5ad3cc90c926e015" providerId="LiveId" clId="{1F026155-FDA7-4DCB-B387-D59248B567BD}" dt="2026-10-29T16:06:26.405" v="499"/>
        <pc:sldMkLst>
          <pc:docMk/>
          <pc:sldMk cId="0" sldId="285"/>
        </pc:sldMkLst>
      </pc:sldChg>
      <pc:sldChg chg="modSp mod">
        <pc:chgData name="Kesana Raghuveer" userId="5ad3cc90c926e015" providerId="LiveId" clId="{1F026155-FDA7-4DCB-B387-D59248B567BD}" dt="2026-10-29T16:54:09.472" v="1203" actId="14100"/>
        <pc:sldMkLst>
          <pc:docMk/>
          <pc:sldMk cId="0" sldId="288"/>
        </pc:sldMkLst>
        <pc:spChg chg="mod">
          <ac:chgData name="Kesana Raghuveer" userId="5ad3cc90c926e015" providerId="LiveId" clId="{1F026155-FDA7-4DCB-B387-D59248B567BD}" dt="2026-10-29T16:17:00.075" v="541" actId="20577"/>
          <ac:spMkLst>
            <pc:docMk/>
            <pc:sldMk cId="0" sldId="288"/>
            <ac:spMk id="11" creationId="{00000000-0000-0000-0000-000000000000}"/>
          </ac:spMkLst>
        </pc:spChg>
        <pc:graphicFrameChg chg="mod modGraphic">
          <ac:chgData name="Kesana Raghuveer" userId="5ad3cc90c926e015" providerId="LiveId" clId="{1F026155-FDA7-4DCB-B387-D59248B567BD}" dt="2026-10-29T16:54:09.472" v="1203" actId="14100"/>
          <ac:graphicFrameMkLst>
            <pc:docMk/>
            <pc:sldMk cId="0" sldId="288"/>
            <ac:graphicFrameMk id="12" creationId="{00000000-0000-0000-0000-000000000000}"/>
          </ac:graphicFrameMkLst>
        </pc:graphicFrameChg>
      </pc:sldChg>
      <pc:sldChg chg="modSp mod">
        <pc:chgData name="Kesana Raghuveer" userId="5ad3cc90c926e015" providerId="LiveId" clId="{1F026155-FDA7-4DCB-B387-D59248B567BD}" dt="2026-10-29T16:54:25.548" v="1205" actId="255"/>
        <pc:sldMkLst>
          <pc:docMk/>
          <pc:sldMk cId="0" sldId="289"/>
        </pc:sldMkLst>
        <pc:spChg chg="mod">
          <ac:chgData name="Kesana Raghuveer" userId="5ad3cc90c926e015" providerId="LiveId" clId="{1F026155-FDA7-4DCB-B387-D59248B567BD}" dt="2026-10-29T16:54:25.548" v="1205" actId="255"/>
          <ac:spMkLst>
            <pc:docMk/>
            <pc:sldMk cId="0" sldId="289"/>
            <ac:spMk id="12" creationId="{00000000-0000-0000-0000-000000000000}"/>
          </ac:spMkLst>
        </pc:spChg>
      </pc:sldChg>
      <pc:sldChg chg="modSp mod">
        <pc:chgData name="Kesana Raghuveer" userId="5ad3cc90c926e015" providerId="LiveId" clId="{1F026155-FDA7-4DCB-B387-D59248B567BD}" dt="2026-10-29T16:55:20.981" v="1214" actId="12"/>
        <pc:sldMkLst>
          <pc:docMk/>
          <pc:sldMk cId="0" sldId="291"/>
        </pc:sldMkLst>
        <pc:spChg chg="mod">
          <ac:chgData name="Kesana Raghuveer" userId="5ad3cc90c926e015" providerId="LiveId" clId="{1F026155-FDA7-4DCB-B387-D59248B567BD}" dt="2026-10-29T16:55:20.981" v="1214" actId="12"/>
          <ac:spMkLst>
            <pc:docMk/>
            <pc:sldMk cId="0" sldId="291"/>
            <ac:spMk id="12" creationId="{00000000-0000-0000-0000-000000000000}"/>
          </ac:spMkLst>
        </pc:spChg>
      </pc:sldChg>
      <pc:sldChg chg="add del setBg modNotes">
        <pc:chgData name="Kesana Raghuveer" userId="5ad3cc90c926e015" providerId="LiveId" clId="{1F026155-FDA7-4DCB-B387-D59248B567BD}" dt="2026-10-03T04:42:49.301" v="187"/>
        <pc:sldMkLst>
          <pc:docMk/>
          <pc:sldMk cId="0" sldId="292"/>
        </pc:sldMkLst>
      </pc:sldChg>
      <pc:sldChg chg="add setBg">
        <pc:chgData name="Kesana Raghuveer" userId="5ad3cc90c926e015" providerId="LiveId" clId="{1F026155-FDA7-4DCB-B387-D59248B567BD}" dt="2026-10-03T04:43:00.252" v="189"/>
        <pc:sldMkLst>
          <pc:docMk/>
          <pc:sldMk cId="0" sldId="293"/>
        </pc:sldMkLst>
      </pc:sldChg>
      <pc:sldChg chg="add setBg">
        <pc:chgData name="Kesana Raghuveer" userId="5ad3cc90c926e015" providerId="LiveId" clId="{1F026155-FDA7-4DCB-B387-D59248B567BD}" dt="2026-10-03T04:43:24.373" v="191"/>
        <pc:sldMkLst>
          <pc:docMk/>
          <pc:sldMk cId="0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0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6880" y="573120"/>
            <a:ext cx="5027760" cy="2828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move the slide</a:t>
            </a: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2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113" name="PlaceHolder 3"/>
          <p:cNvSpPr>
            <a:spLocks noGrp="1"/>
          </p:cNvSpPr>
          <p:nvPr>
            <p:ph type="hdr"/>
          </p:nvPr>
        </p:nvSpPr>
        <p:spPr>
          <a:xfrm>
            <a:off x="-36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114" name="PlaceHolder 4"/>
          <p:cNvSpPr>
            <a:spLocks noGrp="1"/>
          </p:cNvSpPr>
          <p:nvPr>
            <p:ph type="dt" idx="49"/>
          </p:nvPr>
        </p:nvSpPr>
        <p:spPr>
          <a:xfrm>
            <a:off x="5865480" y="-360"/>
            <a:ext cx="4497480" cy="3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115" name="PlaceHolder 5"/>
          <p:cNvSpPr>
            <a:spLocks noGrp="1"/>
          </p:cNvSpPr>
          <p:nvPr>
            <p:ph type="ftr" idx="50"/>
          </p:nvPr>
        </p:nvSpPr>
        <p:spPr>
          <a:xfrm>
            <a:off x="-36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116" name="PlaceHolder 6"/>
          <p:cNvSpPr>
            <a:spLocks noGrp="1"/>
          </p:cNvSpPr>
          <p:nvPr>
            <p:ph type="sldNum" idx="51"/>
          </p:nvPr>
        </p:nvSpPr>
        <p:spPr>
          <a:xfrm>
            <a:off x="586548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F622398-3344-4A21-A505-40557EDC9FB4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1036440" y="3583080"/>
            <a:ext cx="8289720" cy="3394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Slide Number Placeholder 3"/>
          <p:cNvSpPr/>
          <p:nvPr/>
        </p:nvSpPr>
        <p:spPr>
          <a:xfrm>
            <a:off x="5865840" y="7165800"/>
            <a:ext cx="4497480" cy="378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4F0D62A-FB11-4F18-9667-FB1F324B4EE9}" type="slidenum">
              <a:rPr lang="en-US" sz="1200" b="0" strike="noStrike" spc="-1">
                <a:solidFill>
                  <a:srgbClr val="000000"/>
                </a:solidFill>
                <a:latin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67000" y="573088"/>
            <a:ext cx="5027613" cy="282892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1"/>
          </p:nvPr>
        </p:nvSpPr>
        <p:spPr/>
        <p:txBody>
          <a:bodyPr/>
          <a:lstStyle/>
          <a:p>
            <a:pPr indent="0" algn="r">
              <a:lnSpc>
                <a:spcPct val="100000"/>
              </a:lnSpc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F622398-3344-4A21-A505-40557EDC9FB4}" type="slidenum">
              <a:rPr lang="en-US" sz="1400" b="0" strike="noStrike" spc="-1" smtClean="0">
                <a:solidFill>
                  <a:srgbClr val="000000"/>
                </a:solidFill>
                <a:latin typeface="Times New Roman"/>
              </a:rPr>
              <a:t>10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823350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2"/>
          </p:nvPr>
        </p:nvSpPr>
        <p:spPr/>
        <p:txBody>
          <a:bodyPr/>
          <a:lstStyle/>
          <a:p>
            <a:fld id="{FFD6ACD0-12ED-410E-A948-708F553E3467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4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45"/>
          </p:nvPr>
        </p:nvSpPr>
        <p:spPr/>
        <p:txBody>
          <a:bodyPr/>
          <a:lstStyle/>
          <a:p>
            <a:fld id="{4CE66535-9C69-4AEB-89A7-2861739BA249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3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3.xml"/></Relationships>
</file>

<file path=ppt/slideMasters/_rels/slideMaster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1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86CEB9C-FE43-46F5-B687-8B44D9290732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752511A-58BB-4CF1-B416-8FEC7F12CD22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ftr" idx="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0CA3374-3EFF-4BBB-B1E2-AEC739AC1D2C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7984516-F39E-4D05-9BC7-6243594793A2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2590560" y="633888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0BBD2F1-2F0D-46C9-89A7-FED442C48AD8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1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0DDE7DF-B7B6-44DA-B36E-A3FA60ED073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D3030F2-A757-4383-BF98-E116B292F8B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94F7C96-3B98-40A8-A1C7-31EDE74988C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AD78715D-B64A-4C28-AE20-13D710FC8059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3E0758C-AC20-4D26-8D6F-F57C8F75C5CD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76621FF-D800-4818-93A3-0CB3B45D5892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27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EFBD3C3-4AF5-4015-9D8A-0FF2703E595F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D9E03AA-CDE7-4B26-A012-097A6D11E85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8C4C537-F147-4EDA-A1F7-FABBDFB3C852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34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070106B-DA2E-433C-819F-CDFFA1AC30BF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37" name="PlaceHolder 3"/>
          <p:cNvSpPr>
            <a:spLocks noGrp="1"/>
          </p:cNvSpPr>
          <p:nvPr>
            <p:ph type="dt" idx="1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A51C223-3471-41E1-9E2A-57B779C0406D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ftr" idx="1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FFE6C1C-E763-481D-8B00-FE017AA49091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1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565B6321-4D4A-4C6D-AF99-6904032BC69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dt" idx="19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05361DE-3B36-459A-96F0-E9E59C94830A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ftr" idx="20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DBB3057-45B4-49F8-B869-6FAAA375ADCE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48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8C711929-971D-4A1F-A364-63EA716EDDB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1" name="PlaceHolder 3"/>
          <p:cNvSpPr>
            <a:spLocks noGrp="1"/>
          </p:cNvSpPr>
          <p:nvPr>
            <p:ph type="dt" idx="22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BC65E9F-010C-45A3-9EB6-962C857F77E7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ftr" idx="23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306820B-971E-4B10-8A9E-B19EAE91331F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55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4864527-F023-4B13-AE43-7DA0E526151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58" name="PlaceHolder 3"/>
          <p:cNvSpPr>
            <a:spLocks noGrp="1"/>
          </p:cNvSpPr>
          <p:nvPr>
            <p:ph type="dt" idx="25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77006EF-0AEC-4890-B284-24B267A97536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26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2AAE5A1-86D6-4F8F-8866-339E56677C20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2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1A599E79-05A7-4A49-BC14-F99FEDA9006D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dt" idx="28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A132724-FB30-4F16-B287-7BD97331C0A7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ftr" idx="29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8ED2115-3FD8-4421-BA82-F8567AC64076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69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C39F8174-F23B-48F3-A483-5D7CD8F7F4A5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2" name="PlaceHolder 3"/>
          <p:cNvSpPr>
            <a:spLocks noGrp="1"/>
          </p:cNvSpPr>
          <p:nvPr>
            <p:ph type="dt" idx="31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A8F1A64-BBD7-433C-8F1A-8A0802743E30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ftr" idx="32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612F412-C8B8-4591-A641-B4D553DE946A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76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AC8902B-4891-4E76-B32E-AF35870AE350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79" name="PlaceHolder 3"/>
          <p:cNvSpPr>
            <a:spLocks noGrp="1"/>
          </p:cNvSpPr>
          <p:nvPr>
            <p:ph type="dt" idx="34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F879754-63E8-48AF-84E4-4477F53ABA09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ftr" idx="35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sldNum" idx="36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8AB82F8-161A-49B8-A26A-8A873FD4989C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2"/>
          <p:cNvPicPr/>
          <p:nvPr/>
        </p:nvPicPr>
        <p:blipFill>
          <a:blip r:embed="rId2"/>
          <a:stretch/>
        </p:blipFill>
        <p:spPr>
          <a:xfrm>
            <a:off x="-711360" y="-504720"/>
            <a:ext cx="3911760" cy="1800000"/>
          </a:xfrm>
          <a:prstGeom prst="rect">
            <a:avLst/>
          </a:prstGeom>
          <a:ln w="0">
            <a:noFill/>
          </a:ln>
        </p:spPr>
      </p:pic>
      <p:sp>
        <p:nvSpPr>
          <p:cNvPr id="83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E48C6F0-CFEA-4660-AA83-8FB5948113E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6" name="PlaceHolder 3"/>
          <p:cNvSpPr>
            <a:spLocks noGrp="1"/>
          </p:cNvSpPr>
          <p:nvPr>
            <p:ph type="dt" idx="37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2A89E12-F076-440B-AF51-A1BB3624D398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 type="ftr" idx="38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 type="sldNum" idx="39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06591C6-2B1C-4D24-A7D8-B74B3EAB1092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2"/>
          <p:cNvPicPr/>
          <p:nvPr/>
        </p:nvPicPr>
        <p:blipFill>
          <a:blip r:embed="rId3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90" name="Slide Number Placeholder 3"/>
          <p:cNvSpPr/>
          <p:nvPr/>
        </p:nvSpPr>
        <p:spPr>
          <a:xfrm>
            <a:off x="10598040" y="6469200"/>
            <a:ext cx="1441440" cy="236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02516CC-F71A-43CA-B8A0-29D8757C3DC6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dt" idx="40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D1E500D-489C-4403-8F9D-4C7D261F36DD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ftr" idx="41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42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7DB5DD9-4036-4DC7-A196-01A62439871E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4"/>
          <p:cNvPicPr/>
          <p:nvPr/>
        </p:nvPicPr>
        <p:blipFill>
          <a:blip r:embed="rId3"/>
          <a:stretch/>
        </p:blipFill>
        <p:spPr>
          <a:xfrm>
            <a:off x="2567160" y="592200"/>
            <a:ext cx="7610400" cy="1008000"/>
          </a:xfrm>
          <a:prstGeom prst="rect">
            <a:avLst/>
          </a:prstGeom>
          <a:ln w="0">
            <a:noFill/>
          </a:ln>
        </p:spPr>
      </p:pic>
      <p:sp>
        <p:nvSpPr>
          <p:cNvPr id="97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3EA97005-67BA-4DD2-A82C-80A5D538F786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0" name="PlaceHolder 3"/>
          <p:cNvSpPr>
            <a:spLocks noGrp="1"/>
          </p:cNvSpPr>
          <p:nvPr>
            <p:ph type="dt" idx="43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F44AF0-6158-4847-B186-EE611881F42D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ftr" idx="44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2" name="PlaceHolder 5"/>
          <p:cNvSpPr>
            <a:spLocks noGrp="1"/>
          </p:cNvSpPr>
          <p:nvPr>
            <p:ph type="sldNum" idx="45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1A7E655D-407E-40BD-9103-52740ECD9559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4"/>
          <p:cNvPicPr/>
          <p:nvPr/>
        </p:nvPicPr>
        <p:blipFill>
          <a:blip r:embed="rId2"/>
          <a:stretch/>
        </p:blipFill>
        <p:spPr>
          <a:xfrm>
            <a:off x="-533520" y="-504720"/>
            <a:ext cx="3249720" cy="1800000"/>
          </a:xfrm>
          <a:prstGeom prst="rect">
            <a:avLst/>
          </a:prstGeom>
          <a:ln w="0">
            <a:noFill/>
          </a:ln>
        </p:spPr>
      </p:pic>
      <p:sp>
        <p:nvSpPr>
          <p:cNvPr id="104" name="Slide Number Placeholder 3"/>
          <p:cNvSpPr/>
          <p:nvPr/>
        </p:nvSpPr>
        <p:spPr>
          <a:xfrm>
            <a:off x="10272600" y="6356520"/>
            <a:ext cx="108108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698BC9E-189F-4ACF-9EA4-2D3F62B2314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2880"/>
            <a:ext cx="1097280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4400" b="0" strike="noStrike" spc="-1">
                <a:solidFill>
                  <a:srgbClr val="1F497D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80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640" indent="-323640">
              <a:spcBef>
                <a:spcPts val="1412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743040" lvl="1" indent="-28584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143000" lvl="2" indent="-228600">
              <a:spcBef>
                <a:spcPts val="1412"/>
              </a:spcBef>
              <a:buClr>
                <a:srgbClr val="00000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600200" lvl="3" indent="-228600">
              <a:spcBef>
                <a:spcPts val="1412"/>
              </a:spcBef>
              <a:buClr>
                <a:srgbClr val="00000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057400" lvl="4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057400" lvl="5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2057400" lvl="6" indent="-228600">
              <a:spcBef>
                <a:spcPts val="1412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107" name="PlaceHolder 3"/>
          <p:cNvSpPr>
            <a:spLocks noGrp="1"/>
          </p:cNvSpPr>
          <p:nvPr>
            <p:ph type="dt" idx="46"/>
          </p:nvPr>
        </p:nvSpPr>
        <p:spPr>
          <a:xfrm>
            <a:off x="304920" y="6356520"/>
            <a:ext cx="16761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916EE9C-E1FE-4E44-8834-6B7D5FF97239}" type="datetime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30-10-2026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47"/>
          </p:nvPr>
        </p:nvSpPr>
        <p:spPr>
          <a:xfrm>
            <a:off x="2590560" y="6356520"/>
            <a:ext cx="556236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it-IT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it-IT" sz="1200" b="0" strike="noStrike" spc="-1">
                <a:solidFill>
                  <a:srgbClr val="898989"/>
                </a:solidFill>
                <a:latin typeface="Times New Roman"/>
              </a:rPr>
              <a:t>DWDM                                                        T. Sudha Rani Associate Professor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48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IN" sz="1200" b="0" strike="noStrike" spc="-1">
                <a:solidFill>
                  <a:srgbClr val="898989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4B3E947F-DE2C-4BEB-B831-FAB8D30978F5}" type="slidenum">
              <a:rPr lang="en-IN" sz="1200" b="0" strike="noStrike" spc="-1">
                <a:solidFill>
                  <a:srgbClr val="898989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1"/>
          <p:cNvSpPr/>
          <p:nvPr/>
        </p:nvSpPr>
        <p:spPr>
          <a:xfrm>
            <a:off x="1072919" y="2202426"/>
            <a:ext cx="10696680" cy="99305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N" sz="5400" b="1" strike="noStrike" spc="-1" dirty="0">
                <a:solidFill>
                  <a:schemeClr val="accent2"/>
                </a:solidFill>
                <a:latin typeface="Calibri"/>
              </a:rPr>
              <a:t>Weather Data Analysis System</a:t>
            </a:r>
            <a:endParaRPr lang="en-US" sz="5400" b="0" strike="noStrike" spc="-1" dirty="0">
              <a:solidFill>
                <a:schemeClr val="accent2"/>
              </a:solidFill>
              <a:latin typeface="Arial"/>
            </a:endParaRPr>
          </a:p>
        </p:txBody>
      </p:sp>
      <p:sp>
        <p:nvSpPr>
          <p:cNvPr id="200" name="Review2 Subtitle"/>
          <p:cNvSpPr txBox="1"/>
          <p:nvPr/>
        </p:nvSpPr>
        <p:spPr>
          <a:xfrm>
            <a:off x="748454" y="3270886"/>
            <a:ext cx="10696680" cy="480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lang="en-IN" sz="2400" b="1">
                <a:solidFill>
                  <a:srgbClr val="C00000"/>
                </a:solidFill>
                <a:latin typeface="Calibri"/>
              </a:rPr>
              <a:t>Final Review</a:t>
            </a:r>
            <a:endParaRPr lang="en-IN" sz="2400" b="1" dirty="0">
              <a:solidFill>
                <a:srgbClr val="C00000"/>
              </a:solidFill>
              <a:latin typeface="Calibri"/>
            </a:endParaRPr>
          </a:p>
        </p:txBody>
      </p:sp>
      <p:sp>
        <p:nvSpPr>
          <p:cNvPr id="118" name="Subtitle 2"/>
          <p:cNvSpPr/>
          <p:nvPr/>
        </p:nvSpPr>
        <p:spPr>
          <a:xfrm>
            <a:off x="2058314" y="3750886"/>
            <a:ext cx="8076960" cy="2082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Team Members: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2000" b="1" strike="noStrike" spc="-1" dirty="0" err="1">
                <a:solidFill>
                  <a:srgbClr val="0070C0"/>
                </a:solidFill>
                <a:latin typeface="Calibri"/>
              </a:rPr>
              <a:t>G.Raj</a:t>
            </a: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 Kumar (25B11CS282)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strike="noStrike" spc="-1" dirty="0" err="1">
                <a:solidFill>
                  <a:srgbClr val="0070C0"/>
                </a:solidFill>
                <a:latin typeface="Calibri"/>
              </a:rPr>
              <a:t>K.Raghuveer</a:t>
            </a: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 (25B11CS426)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strike="noStrike" spc="-1" dirty="0" err="1">
                <a:solidFill>
                  <a:srgbClr val="0070C0"/>
                </a:solidFill>
                <a:latin typeface="Calibri"/>
              </a:rPr>
              <a:t>M.Sirisha</a:t>
            </a: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 (25B11CS546)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2000" b="1" strike="noStrike" spc="-1" dirty="0" err="1">
                <a:solidFill>
                  <a:srgbClr val="0070C0"/>
                </a:solidFill>
                <a:latin typeface="Calibri"/>
              </a:rPr>
              <a:t>T.Heleena</a:t>
            </a:r>
            <a:r>
              <a:rPr lang="en-US" sz="2000" b="1" strike="noStrike" spc="-1" dirty="0">
                <a:solidFill>
                  <a:srgbClr val="0070C0"/>
                </a:solidFill>
                <a:latin typeface="Calibri"/>
              </a:rPr>
              <a:t> Grace (25B11CS925)</a:t>
            </a:r>
            <a:endParaRPr lang="en-US" sz="20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4AA94-4F7A-D1FE-B791-FCB293237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27672" y="6426562"/>
            <a:ext cx="342948" cy="342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794" y="121451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CONTENTS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2415" y="812904"/>
            <a:ext cx="7131754" cy="658250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Introduction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Problem Definition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Proposed Solution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</a:t>
            </a:r>
            <a:r>
              <a:rPr lang="en-US" sz="2820" b="0">
                <a:solidFill>
                  <a:srgbClr val="000000"/>
                </a:solidFill>
                <a:latin typeface="Times New Roman"/>
                <a:cs typeface="Times New Roman"/>
              </a:rPr>
              <a:t>Proposed Workflow</a:t>
            </a:r>
            <a:endParaRPr lang="en-US" sz="2820" b="0" dirty="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Data Used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Modules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lang="en-US" sz="2820" b="0" dirty="0">
                <a:solidFill>
                  <a:srgbClr val="000000"/>
                </a:solidFill>
                <a:latin typeface="Times New Roman"/>
                <a:cs typeface="Times New Roman"/>
              </a:rPr>
              <a:t>• Implementation (Python Code </a:t>
            </a:r>
            <a:r>
              <a:rPr lang="en-US" sz="2820" b="0">
                <a:solidFill>
                  <a:srgbClr val="000000"/>
                </a:solidFill>
                <a:latin typeface="Times New Roman"/>
                <a:cs typeface="Times New Roman"/>
              </a:rPr>
              <a:t>Demonstration)</a:t>
            </a:r>
          </a:p>
          <a:p>
            <a:pPr>
              <a:spcAft>
                <a:spcPts val="1400"/>
              </a:spcAft>
            </a:pPr>
            <a:r>
              <a:rPr lang="en-US" sz="2820">
                <a:solidFill>
                  <a:srgbClr val="000000"/>
                </a:solidFill>
                <a:latin typeface="Times New Roman"/>
                <a:cs typeface="Times New Roman"/>
              </a:rPr>
              <a:t>• Results and Key Findings</a:t>
            </a:r>
          </a:p>
          <a:p>
            <a:pPr>
              <a:spcAft>
                <a:spcPts val="1400"/>
              </a:spcAft>
            </a:pPr>
            <a:r>
              <a:rPr lang="en-US" sz="2820">
                <a:solidFill>
                  <a:srgbClr val="000000"/>
                </a:solidFill>
                <a:latin typeface="Times New Roman"/>
                <a:cs typeface="Times New Roman"/>
              </a:rPr>
              <a:t>• DAE Concepts and Programming Concepts</a:t>
            </a:r>
          </a:p>
          <a:p>
            <a:pPr>
              <a:spcAft>
                <a:spcPts val="1400"/>
              </a:spcAft>
            </a:pPr>
            <a:r>
              <a:rPr lang="en-US" sz="2820">
                <a:solidFill>
                  <a:srgbClr val="000000"/>
                </a:solidFill>
                <a:latin typeface="Times New Roman"/>
                <a:cs typeface="Times New Roman"/>
              </a:rPr>
              <a:t>• Applications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794" y="167622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Introduction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96794" y="1067622"/>
            <a:ext cx="10800000" cy="5622756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About: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Weather Data Analysis System that </a:t>
            </a:r>
            <a:r>
              <a:rPr lang="en-US" sz="2800" b="0">
                <a:solidFill>
                  <a:srgbClr val="000000"/>
                </a:solidFill>
                <a:latin typeface="Times New Roman"/>
                <a:cs typeface="Times New Roman"/>
              </a:rPr>
              <a:t>studies 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synthetic</a:t>
            </a:r>
            <a:r>
              <a:rPr lang="en-US" sz="2800" b="0">
                <a:solidFill>
                  <a:srgbClr val="000000"/>
                </a:solidFill>
                <a:latin typeface="Times New Roman"/>
                <a:cs typeface="Times New Roman"/>
              </a:rPr>
              <a:t> weather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800" b="0">
                <a:solidFill>
                  <a:srgbClr val="000000"/>
                </a:solidFill>
                <a:latin typeface="Times New Roman"/>
                <a:cs typeface="Times New Roman"/>
              </a:rPr>
              <a:t>  data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2800" b="0">
                <a:solidFill>
                  <a:srgbClr val="000000"/>
                </a:solidFill>
                <a:latin typeface="Times New Roman"/>
                <a:cs typeface="Times New Roman"/>
              </a:rPr>
              <a:t>of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five cities using Python.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</a:t>
            </a:r>
            <a:r>
              <a:rPr lang="en-US" sz="2800" b="1">
                <a:solidFill>
                  <a:srgbClr val="1F497D"/>
                </a:solidFill>
                <a:latin typeface="Times New Roman"/>
                <a:cs typeface="Times New Roman"/>
              </a:rPr>
              <a:t>Domain: </a:t>
            </a:r>
            <a:r>
              <a:rPr lang="en-US" sz="2800" b="0">
                <a:solidFill>
                  <a:srgbClr val="000000"/>
                </a:solidFill>
                <a:latin typeface="Times New Roman"/>
                <a:cs typeface="Times New Roman"/>
              </a:rPr>
              <a:t>Data Analytics Essentials.</a:t>
            </a:r>
          </a:p>
          <a:p>
            <a:pPr>
              <a:spcAft>
                <a:spcPts val="1400"/>
              </a:spcAft>
            </a:pPr>
            <a:r>
              <a:rPr lang="en-US" sz="2800" b="1">
                <a:solidFill>
                  <a:srgbClr val="1F497D"/>
                </a:solidFill>
                <a:latin typeface="Times New Roman"/>
                <a:cs typeface="Times New Roman"/>
              </a:rPr>
              <a:t>• Code &amp; output: 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every module is shown with its code and the output </a:t>
            </a:r>
          </a:p>
          <a:p>
            <a:pPr>
              <a:spcAft>
                <a:spcPts val="1400"/>
              </a:spcAft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  it produced.</a:t>
            </a:r>
          </a:p>
          <a:p>
            <a:pPr>
              <a:spcAft>
                <a:spcPts val="1400"/>
              </a:spcAft>
            </a:pPr>
            <a:r>
              <a:rPr lang="en-US" sz="2800" b="1">
                <a:solidFill>
                  <a:srgbClr val="1F497D"/>
                </a:solidFill>
                <a:latin typeface="Times New Roman"/>
                <a:cs typeface="Times New Roman"/>
              </a:rPr>
              <a:t>• Results: 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trend statistics, Celsius to Fahrenheit conversion and four </a:t>
            </a:r>
          </a:p>
          <a:p>
            <a:pPr>
              <a:spcAft>
                <a:spcPts val="1400"/>
              </a:spcAft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 charts.</a:t>
            </a:r>
          </a:p>
          <a:p>
            <a:pPr>
              <a:spcAft>
                <a:spcPts val="1400"/>
              </a:spcAft>
            </a:pPr>
            <a:r>
              <a:rPr lang="en-US" sz="2800" b="1">
                <a:solidFill>
                  <a:srgbClr val="1F497D"/>
                </a:solidFill>
                <a:latin typeface="Times New Roman"/>
                <a:cs typeface="Times New Roman"/>
              </a:rPr>
              <a:t>• Concepts &amp; progress: </a:t>
            </a: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DAE concepts, programming concepts,</a:t>
            </a:r>
          </a:p>
          <a:p>
            <a:pPr>
              <a:spcAft>
                <a:spcPts val="1400"/>
              </a:spcAft>
            </a:pPr>
            <a:r>
              <a:rPr lang="en-US" sz="2800">
                <a:solidFill>
                  <a:srgbClr val="000000"/>
                </a:solidFill>
                <a:latin typeface="Times New Roman"/>
                <a:cs typeface="Times New Roman"/>
              </a:rPr>
              <a:t>  contributions and status.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Problem Definition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1400000"/>
            <a:ext cx="108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</a:t>
            </a:r>
            <a:r>
              <a:rPr lang="en-US" sz="2900" b="1" dirty="0">
                <a:solidFill>
                  <a:schemeClr val="accent2">
                    <a:lumMod val="75000"/>
                  </a:schemeClr>
                </a:solidFill>
                <a:latin typeface="Times New Roman"/>
                <a:cs typeface="Times New Roman"/>
              </a:rPr>
              <a:t>Existing problem</a:t>
            </a:r>
            <a:r>
              <a:rPr lang="en-US" sz="2900" b="1" dirty="0">
                <a:solidFill>
                  <a:schemeClr val="accent2"/>
                </a:solidFill>
                <a:latin typeface="Times New Roman"/>
                <a:cs typeface="Times New Roman"/>
              </a:rPr>
              <a:t>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raw weather data is large and unorganized, so changes are hard to see from numbers alone.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Difficulties: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manual analysis is slow and can miss patterns such as high and low temperatures.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Who is affected: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anyone who relies on weather information, such as agriculture, travel and education.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Needs improvement: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a clear method to clean, analyze and visualize historical weather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Proposed Solution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1400000"/>
            <a:ext cx="108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Major functions: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read data, clean it, analyze temperature trends, convert units, visualize results.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Input → Processing → Output: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CSV file → Pandas and NumPy processing → statistics, Fahrenheit values and charts.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Expected users: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students and anyone studying historical weather.</a:t>
            </a:r>
          </a:p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lang="en-US" sz="2900" b="1" dirty="0">
                <a:solidFill>
                  <a:srgbClr val="1F497D"/>
                </a:solidFill>
                <a:latin typeface="Times New Roman"/>
                <a:cs typeface="Times New Roman"/>
              </a:rPr>
              <a:t>• Expected benefits: </a:t>
            </a:r>
            <a:r>
              <a:rPr lang="en-US" sz="2900" b="0" dirty="0">
                <a:solidFill>
                  <a:srgbClr val="000000"/>
                </a:solidFill>
                <a:latin typeface="Times New Roman"/>
                <a:cs typeface="Times New Roman"/>
              </a:rPr>
              <a:t>patterns become easy to see in tables and charts.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Proposed Workflow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1900000"/>
            <a:ext cx="2040000" cy="30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Read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Load the CSV file with Pandas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75800" y="1900000"/>
            <a:ext cx="2040000" cy="30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Clean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Missing values, data types, duplicates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065800" y="1900000"/>
            <a:ext cx="2040000" cy="30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3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Analyze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Monthly, yearly and city temperature trends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5800" y="1900000"/>
            <a:ext cx="2040000" cy="30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4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Convert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Celsius to Fahrenheit and back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45800" y="1900000"/>
            <a:ext cx="2040000" cy="300000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12700">
            <a:solidFill>
              <a:srgbClr val="D9D9D9"/>
            </a:solidFill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Visualize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b="0" dirty="0">
                <a:solidFill>
                  <a:srgbClr val="000000"/>
                </a:solidFill>
                <a:latin typeface="Times New Roman"/>
                <a:cs typeface="Times New Roman"/>
              </a:rPr>
              <a:t>Line chart, histogram, bar and pie charts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Data Used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9439834"/>
              </p:ext>
            </p:extLst>
          </p:nvPr>
        </p:nvGraphicFramePr>
        <p:xfrm>
          <a:off x="224589" y="1213240"/>
          <a:ext cx="11710737" cy="531476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24939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6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Details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Source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Synthetic weather dataset in CSV format ,  created for academic practice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Structured data: numerical measurements with city, date and weather 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Records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2,500 records (2021–2025) for Bengaluru, Chennai, Delhi, Hyderabad and Mumbai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Columns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Date, City, Temperature_C, Humidity_pct, Rainfall_mm, Wind_Speed_kmh, Pressure_hPa, Visibility_km, UV_Index, Weather_Condition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Format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CSV file, loaded into a Pandas DataFrame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Modules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9970423"/>
              </p:ext>
            </p:extLst>
          </p:nvPr>
        </p:nvGraphicFramePr>
        <p:xfrm>
          <a:off x="224589" y="1500000"/>
          <a:ext cx="11823032" cy="478032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39410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82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Module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What it does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Reading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Loads the CSV (2,500 rows × 10 columns) with pd.read_csv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64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Cleaning &amp;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Fills 11 missing values, converts Date, checks duplicates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Temperature trend analysis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Monthly, yearly and city-wise average temperature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Unit conversion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Celsius ↔ Fahrenheit functions with a round-trip check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/>
                        <a:t>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/>
                        <a:t>Line chart, histogram, bar chart and pie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4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Implementation (Python Code Demonstration)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2700000"/>
            <a:ext cx="108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18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Reading data → Cleaning → Trend analysis → Unit conversion → Visualization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2200" b="0" dirty="0">
                <a:solidFill>
                  <a:srgbClr val="000000"/>
                </a:solidFill>
                <a:latin typeface="Times New Roman"/>
                <a:cs typeface="Times New Roman"/>
              </a:rPr>
              <a:t>Executed in Google Colab using Pandas, NumPy and Matplotlib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794" y="61376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Reading Data: Code &amp; Output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60965" y="2915680"/>
            <a:ext cx="5628640" cy="36322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Dataset loaded with pd.read_csv() into a DataFrame (df).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Shape is (2500, 10): 2,500 records and 10 columns.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Columns: Date, City, Temperature_C, Humidity_pct, Rainfall_mm, Wind_Speed_kmh, Pressure_hPa, Visibility_km, UV_Index, Weather_Condition.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describe() counts show Humidity 2497 and Rainfall 2498, so some values are missing.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E46B2D-5CEA-EA85-A0F8-1F8F20977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794" y="822960"/>
            <a:ext cx="5719286" cy="59736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48DDD3-BF56-DE95-C17B-CF8026A294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822960"/>
            <a:ext cx="6014719" cy="19909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794" y="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Cleaning &amp; Preprocessing: Code &amp; Output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760" y="4236720"/>
            <a:ext cx="6512560" cy="252984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600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  <a:cs typeface="Times New Roman"/>
              </a:rPr>
              <a:t>• isnull().sum() found 11 missing values: Humidity 3, Rainfall 2, Wind Speed 2, Pressure 2, Visibility 2.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  <a:cs typeface="Times New Roman"/>
              </a:rPr>
              <a:t>• Duplicate rows: 0.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  <a:cs typeface="Times New Roman"/>
              </a:rPr>
              <a:t>• Date converted to datetime; missing values filled with the column median; Year and Month columns added.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600" b="0" dirty="0">
                <a:solidFill>
                  <a:srgbClr val="000000"/>
                </a:solidFill>
                <a:latin typeface="Times New Roman"/>
                <a:cs typeface="Times New Roman"/>
              </a:rPr>
              <a:t>• After cleaning: 0 missing values. Saved as cleaned_weather.csv (2500, 12).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D226F86-74E1-1AFE-632F-F1FB0691B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0" y="798200"/>
            <a:ext cx="5588000" cy="3265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4BC2D1-7FFB-CFE5-797A-F6464425E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794" y="798200"/>
            <a:ext cx="4023360" cy="54073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889760" y="71120"/>
            <a:ext cx="886072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Temperature Trend Analysis: Code &amp; Output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9500" y="3429000"/>
            <a:ext cx="5730752" cy="313056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Mean 26.51 °C, minimum 14.48 °C, maximum 34.99 °C, standard deviation 4.05.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Hottest month: June (30.95 °C). Coldest month: December (21.69 °C).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Yearly average rises slightly from 26.31 °C (2021) to 26.72 °C (2025).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b="0" dirty="0">
                <a:solidFill>
                  <a:srgbClr val="000000"/>
                </a:solidFill>
                <a:latin typeface="Times New Roman"/>
                <a:cs typeface="Times New Roman"/>
              </a:rPr>
              <a:t>• Chennai is the warmest city (29.04 °C) and Bengaluru the coolest (24.22 °C).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CC1CB-7881-0AA5-B12C-1EAE0AA24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81" y="873760"/>
            <a:ext cx="7413739" cy="23977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F1D6021-A5E5-D853-CDBB-131832B64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7920" y="873760"/>
            <a:ext cx="4383852" cy="59131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793" y="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Celsius ↔ Fahrenheit Conversion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7089" y="5278690"/>
            <a:ext cx="10800000" cy="17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0" dirty="0">
                <a:solidFill>
                  <a:srgbClr val="000000"/>
                </a:solidFill>
                <a:latin typeface="Times New Roman"/>
                <a:cs typeface="Times New Roman"/>
              </a:rPr>
              <a:t>• Functions c_to_f() and f_to_c() use F = C × 9/5 + 32 and C = (F − 32) × 5/9.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0" dirty="0">
                <a:solidFill>
                  <a:srgbClr val="000000"/>
                </a:solidFill>
                <a:latin typeface="Times New Roman"/>
                <a:cs typeface="Times New Roman"/>
              </a:rPr>
              <a:t>• A Temperature_F column was added: the first record, 25.33 °C, is 77.59 °F.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0" dirty="0">
                <a:solidFill>
                  <a:srgbClr val="000000"/>
                </a:solidFill>
                <a:latin typeface="Times New Roman"/>
                <a:cs typeface="Times New Roman"/>
              </a:rPr>
              <a:t>• Round-trip check is True. Test values: 0 °C = 32 °F, 100 °C = 212 °F, 98.6 °F = 37.0 °C.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D29FFA-0140-A238-58F0-4FF56CD98A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729310"/>
            <a:ext cx="11741820" cy="45132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794" y="8424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Line Chart: Temperature Trend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30641" y="1230000"/>
            <a:ext cx="3071141" cy="510000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Light blue line: average temperature of each day. Red line: 30-day moving average.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A clear yearly cycle repeats from 2021 to 2025: highest around mid-year, lowest around year-end.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The moving average smooths daily noise and shows the trend.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ED4E3D3-61A1-BA9F-E573-E4441D360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984240"/>
            <a:ext cx="8829040" cy="225755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30A64D-FC7B-9000-3905-23F56CBBB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1" y="3241799"/>
            <a:ext cx="8341360" cy="35712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Histogram: Temperature Distribution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02464" y="1786880"/>
            <a:ext cx="4736255" cy="376076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25 bins of Temperature_C; values range from about 14.5 °C to 35 °C.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Middle 50% of records lie between 23.78 °C and 29.83 °C.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The tallest bar is near 26–27 °C (about 200 records); the left tail is longer, so cooler days are less common but spread out.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C99996-50CE-7BED-C0D4-9634BBB9AD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46" y="1055910"/>
            <a:ext cx="6620799" cy="188033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AC751F-FA69-2A5B-1446-AC3B1434B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5" y="2890520"/>
            <a:ext cx="6482080" cy="37607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Bar Chart: Average Temperature by City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07463" y="2057720"/>
            <a:ext cx="4628351" cy="292736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Chennai 29.04 °C, Mumbai 27.57 °C, Hyderabad 26.66 °C, Delhi 25.07 °C, Bengaluru 24.22 °C.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Chennai is about 4.8 °C warmer than Bengaluru on average.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A08A59-912A-7ADB-C3DE-9D3B862E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852" y="1230000"/>
            <a:ext cx="6325483" cy="16554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0E9E33-B1BF-2ED6-9CF6-369E7FAC2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24" y="2783840"/>
            <a:ext cx="6562611" cy="3901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6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Pie Chart: Weather Condition Distribution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051040" y="1350000"/>
            <a:ext cx="4448960" cy="2592080"/>
          </a:xfrm>
          <a:prstGeom prst="roundRect">
            <a:avLst>
              <a:gd name="adj" fmla="val 8000"/>
            </a:avLst>
          </a:prstGeom>
          <a:solidFill>
            <a:srgbClr val="F7F7F7"/>
          </a:solidFill>
          <a:ln w="12700">
            <a:solidFill>
              <a:srgbClr val="D9D9D9"/>
            </a:solidFill>
          </a:ln>
        </p:spPr>
        <p:txBody>
          <a:bodyPr wrap="square" lIns="150000" tIns="75000" rIns="150000" bIns="75000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2100" b="1" dirty="0">
                <a:solidFill>
                  <a:srgbClr val="FF0000"/>
                </a:solidFill>
                <a:latin typeface="Times New Roman"/>
                <a:cs typeface="Times New Roman"/>
              </a:rPr>
              <a:t>What it shows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Partly Cloudy 70.2%, Rain 12.4%, Clear 9.7%, Cloudy 5.7%, Heavy Rain 2.0%.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lang="en-US" sz="1900" b="0" dirty="0">
                <a:solidFill>
                  <a:srgbClr val="000000"/>
                </a:solidFill>
                <a:latin typeface="Times New Roman"/>
                <a:cs typeface="Times New Roman"/>
              </a:rPr>
              <a:t>• Partly Cloudy is by far the most common condition; Heavy Rain is rare.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D2353B-170C-A9ED-F04D-876FA671D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170" y="1138560"/>
            <a:ext cx="6594190" cy="1889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117E56F-D0BC-4BE6-8B23-67DD793D6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588" y="3027680"/>
            <a:ext cx="5403206" cy="3677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Analysis Results: Key Findings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1400000"/>
            <a:ext cx="108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• Temperature range: </a:t>
            </a:r>
            <a:r>
              <a:rPr lang="en-US"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14.48 °C to 34.99 °C, mean 26.51 °C.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• Seasonal pattern: </a:t>
            </a:r>
            <a:r>
              <a:rPr lang="en-US"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June is hottest (30.95 °C), December coldest (21.69 °C), a gap of about 9.3 °C.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• Cities: </a:t>
            </a:r>
            <a:r>
              <a:rPr lang="en-US"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Chennai is warmest (29.04 °C) and Bengaluru coolest (24.22 °C).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• Yearly trend: </a:t>
            </a:r>
            <a:r>
              <a:rPr lang="en-US"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average rises slightly from 26.31 °C in 2021 to 26.72 °C in 2025.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lang="en-US" sz="2600" b="1" dirty="0">
                <a:solidFill>
                  <a:srgbClr val="1F497D"/>
                </a:solidFill>
                <a:latin typeface="Times New Roman"/>
                <a:cs typeface="Times New Roman"/>
              </a:rPr>
              <a:t>• Conditions: </a:t>
            </a:r>
            <a:r>
              <a:rPr lang="en-US" sz="2600" b="0" dirty="0">
                <a:solidFill>
                  <a:srgbClr val="000000"/>
                </a:solidFill>
                <a:latin typeface="Times New Roman"/>
                <a:cs typeface="Times New Roman"/>
              </a:rPr>
              <a:t>Partly Cloudy 70.2% of records; Heavy Rain only 2.0%.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>
                <a:solidFill>
                  <a:srgbClr val="FF0000"/>
                </a:solidFill>
                <a:latin typeface="Times New Roman"/>
                <a:cs typeface="Times New Roman"/>
              </a:rPr>
              <a:t>DAE Concepts Used</a:t>
            </a:r>
            <a:endParaRPr lang="en-US" sz="4000" b="0" u="sng" dirty="0">
              <a:solidFill>
                <a:srgbClr val="FF0000"/>
              </a:solidFill>
              <a:latin typeface="Times New Roman"/>
              <a:cs typeface="Times New Roman"/>
            </a:endParaRPr>
          </a:p>
        </p:txBody>
      </p:sp>
      <p:graphicFrame>
        <p:nvGraphicFramePr>
          <p:cNvPr id="12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966939"/>
              </p:ext>
            </p:extLst>
          </p:nvPr>
        </p:nvGraphicFramePr>
        <p:xfrm>
          <a:off x="240631" y="1230000"/>
          <a:ext cx="11566357" cy="5559966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45181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8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08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DAE 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it is used in our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8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Collection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weather dataset in CSV format (2,500 records)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12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Preprocessing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Missing values filled with median, Date converted, duplicates checked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12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Descriptive Statistics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Mean, minimum, maximum and standard deviation of temperature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Grouping &amp; Aggregation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groupby on Month, Year and City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8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columns: Year, Month and Temperature_F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836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Visualization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Line chart, histogram, bar chart and pie chart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1125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Insight Generation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5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Seasonal pattern, city differences and yearly trend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Programming Concepts Used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1400000"/>
            <a:ext cx="10800000" cy="4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Pandas: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read_csv, isnull, fillna, drop_duplicates, groupby, to_datetime and to_csv.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NumPy: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np.mean, np.min, np.max, np.std for statistics and np.allclose for the round-trip check.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Matplotlib: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plot, hist, bar and pie charts with titles, labels and legends.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Functions: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c_to_f() and f_to_c() are reusable conversion functions.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Rolling window: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.rolling(30).mean() gives the 30-day moving average.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lang="en-US" sz="2800" b="1" dirty="0">
                <a:solidFill>
                  <a:srgbClr val="1F497D"/>
                </a:solidFill>
                <a:latin typeface="Times New Roman"/>
                <a:cs typeface="Times New Roman"/>
              </a:rPr>
              <a:t>• Date handling: </a:t>
            </a:r>
            <a:r>
              <a:rPr lang="en-US" sz="2800" b="0" dirty="0">
                <a:solidFill>
                  <a:srgbClr val="000000"/>
                </a:solidFill>
                <a:latin typeface="Times New Roman"/>
                <a:cs typeface="Times New Roman"/>
              </a:rPr>
              <a:t>.dt.year and .dt.month extract Year and Month from Date.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38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Applications of Weather Analysis</a:t>
            </a:r>
          </a:p>
        </p:txBody>
      </p:sp>
      <p:graphicFrame>
        <p:nvGraphicFramePr>
          <p:cNvPr id="12" name="Table 12"/>
          <p:cNvGraphicFramePr>
            <a:graphicFrameLocks noGrp="1"/>
          </p:cNvGraphicFramePr>
          <p:nvPr/>
        </p:nvGraphicFramePr>
        <p:xfrm>
          <a:off x="685800" y="1450000"/>
          <a:ext cx="10800000" cy="4900000"/>
        </p:xfrm>
        <a:graphic>
          <a:graphicData uri="http://schemas.openxmlformats.org/drawingml/2006/table">
            <a:tbl>
              <a:tblPr firstRow="1" bandRow="1">
                <a:tableStyleId>{46F890A9-2807-4EBB-B81D-B2AA78EC7F39}</a:tableStyleId>
              </a:tblPr>
              <a:tblGrid>
                <a:gridCol w="3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How weather analysis helps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Climate Research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/>
                        <a:t>Scientists study long-term temperature trends and how they change over the years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/>
                        <a:t>Farmers review which months are usually hot or cool in their area when choosing crops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Tourism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/>
                        <a:t>Travel companies compare the climate of different cities to find the best season to visit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Weather Departments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/>
                        <a:t>Past records are summarized into averages, extremes and yearly reports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Education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/>
                        <a:t>Students learn data analysis using real data, as in this project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00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1"/>
                        <a:t>City &amp; Infrastructure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900" b="0"/>
                        <a:t>Authorities review past heat and rainfall records to understand local conditions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1"/>
          <p:cNvSpPr txBox="1"/>
          <p:nvPr/>
        </p:nvSpPr>
        <p:spPr>
          <a:xfrm>
            <a:off x="1371600" y="330000"/>
            <a:ext cx="945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4000" b="0" u="sng" dirty="0">
                <a:solidFill>
                  <a:srgbClr val="FF0000"/>
                </a:solidFill>
                <a:latin typeface="Times New Roman"/>
                <a:cs typeface="Times New Roman"/>
              </a:rPr>
              <a:t>Conclusion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800" y="1400000"/>
            <a:ext cx="10415337" cy="3460758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90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show clear seasonal patterns, differences between cities, and a slight yearly rise in temperature.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90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helped us understand how raw data can be transformed into meaningful information.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US" sz="2900">
                <a:latin typeface="Times New Roman" panose="02020603050405020304" pitchFamily="18" charset="0"/>
                <a:cs typeface="Times New Roman" panose="02020603050405020304" pitchFamily="18" charset="0"/>
              </a:rPr>
              <a:t>We also learned how to use data analysis to understand weather patterns more clearly.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Weather data analysis Images - Free Download on Magnific (formerly Freepik)">
            <a:extLst>
              <a:ext uri="{FF2B5EF4-FFF2-40B4-BE49-F238E27FC236}">
                <a16:creationId xmlns:a16="http://schemas.microsoft.com/office/drawing/2014/main" id="{32CF1B7A-6A8C-5BAF-7C4A-DA22551E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104" t="8172" r="8897" b="8484"/>
          <a:stretch>
            <a:fillRect/>
          </a:stretch>
        </p:blipFill>
        <p:spPr>
          <a:xfrm>
            <a:off x="3657600" y="816077"/>
            <a:ext cx="4513006" cy="44619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6CAE9B0-C69E-3D9A-27CD-544AA38A8A6D}"/>
              </a:ext>
            </a:extLst>
          </p:cNvPr>
          <p:cNvSpPr txBox="1"/>
          <p:nvPr/>
        </p:nvSpPr>
        <p:spPr>
          <a:xfrm>
            <a:off x="4332817" y="5272482"/>
            <a:ext cx="352795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>
                <a:solidFill>
                  <a:srgbClr val="002060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6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35787</TotalTime>
  <Words>1590</Words>
  <Application>Microsoft Office PowerPoint</Application>
  <PresentationFormat>Custom</PresentationFormat>
  <Paragraphs>175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16</vt:i4>
      </vt:variant>
      <vt:variant>
        <vt:lpstr>Slide Titles</vt:lpstr>
      </vt:variant>
      <vt:variant>
        <vt:i4>23</vt:i4>
      </vt:variant>
    </vt:vector>
  </HeadingPairs>
  <TitlesOfParts>
    <vt:vector size="43" baseType="lpstr">
      <vt:lpstr>Arial</vt:lpstr>
      <vt:lpstr>Calibri</vt:lpstr>
      <vt:lpstr>Times New Roman</vt:lpstr>
      <vt:lpstr>Wingdings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Kesana Raghuveer</dc:creator>
  <cp:lastModifiedBy>Kesana Raghuveer</cp:lastModifiedBy>
  <cp:revision>2</cp:revision>
  <dcterms:modified xsi:type="dcterms:W3CDTF">2026-10-30T06:45:52Z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Administrator</dc:creator>
  <dc:description/>
  <dc:language>en-US</dc:language>
  <cp:lastModifiedBy>Sudha Rani</cp:lastModifiedBy>
  <dcterms:modified xsi:type="dcterms:W3CDTF">2026-08-24T17:11:19Z</dcterms:modified>
  <cp:revision>448</cp:revision>
  <dc:subject/>
  <dc:title>UNIT-I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r8>0</vt:r8>
  </property>
  <property fmtid="{D5CDD505-2E9C-101B-9397-08002B2CF9AE}" pid="3" name="HyperlinksChanged">
    <vt:bool>false</vt:bool>
  </property>
  <property fmtid="{D5CDD505-2E9C-101B-9397-08002B2CF9AE}" pid="4" name="LinksUpToDate">
    <vt:bool>false</vt:bool>
  </property>
  <property fmtid="{D5CDD505-2E9C-101B-9397-08002B2CF9AE}" pid="5" name="MMClips">
    <vt:r8>0</vt:r8>
  </property>
  <property fmtid="{D5CDD505-2E9C-101B-9397-08002B2CF9AE}" pid="6" name="Notes">
    <vt:r8>21</vt:r8>
  </property>
  <property fmtid="{D5CDD505-2E9C-101B-9397-08002B2CF9AE}" pid="7" name="PresentationFormat">
    <vt:lpwstr>On-screen Show (4:3)</vt:lpwstr>
  </property>
  <property fmtid="{D5CDD505-2E9C-101B-9397-08002B2CF9AE}" pid="8" name="ScaleCrop">
    <vt:bool>false</vt:bool>
  </property>
  <property fmtid="{D5CDD505-2E9C-101B-9397-08002B2CF9AE}" pid="9" name="ShareDoc">
    <vt:bool>false</vt:bool>
  </property>
  <property fmtid="{D5CDD505-2E9C-101B-9397-08002B2CF9AE}" pid="10" name="Slides">
    <vt:r8>118</vt:r8>
  </property>
</Properties>
</file>